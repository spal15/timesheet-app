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30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dirty="0">
                <a:solidFill>
                  <a:srgbClr val="FFFFFF"/>
                </a:solidFill>
              </a:rPr>
              <a:t>Timesheet Management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FFFF"/>
                </a:solidFill>
              </a:rPr>
              <a:t>Overview &amp; 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9FBC35A1-83A1-C46D-4AC2-DE07A9D412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0439"/>
          <a:stretch/>
        </p:blipFill>
        <p:spPr>
          <a:xfrm>
            <a:off x="2988041" y="903624"/>
            <a:ext cx="3022488" cy="980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rgbClr val="FFFFFF"/>
                </a:solidFill>
              </a:rPr>
              <a:t>Business Objectives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User Roles &amp; Capabilities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Approval Workflow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Governance &amp; Controls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Platform Overview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Future Enhancements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Questions</a:t>
            </a:r>
          </a:p>
          <a:p>
            <a:pPr marL="457200" lvl="1" indent="0">
              <a:buNone/>
            </a:pP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rgbClr val="FFFFFF"/>
                </a:solidFill>
              </a:rPr>
              <a:t>Standardize vendor time capture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Enable project-specific approval workflows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Improve visibility into approval status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Reduce manual tracking via email/spreadsheets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Provide full audit and traceability</a:t>
            </a:r>
          </a:p>
          <a:p>
            <a:pPr lvl="1"/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User Roles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rgbClr val="FFFFFF"/>
                </a:solidFill>
              </a:rPr>
              <a:t>Vendor: Create, Save Draft, Submit, Edit Rejected Timesheets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Approver: Project-level Approve/Reject with mandatory comments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Admin: Full visibility, role management, oversight</a:t>
            </a:r>
            <a:endParaRPr sz="1800" dirty="0">
              <a:solidFill>
                <a:srgbClr val="FFFFFF"/>
              </a:solidFill>
            </a:endParaRPr>
          </a:p>
          <a:p>
            <a:pPr lvl="1"/>
            <a:r>
              <a:rPr sz="1800" dirty="0">
                <a:solidFill>
                  <a:srgbClr val="FFFFFF"/>
                </a:solidFill>
              </a:rPr>
              <a:t>Role-based access control enforced via Azure 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Weekly Timesheet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rgbClr val="FFFFFF"/>
                </a:solidFill>
              </a:rPr>
              <a:t>Fixed 7-day structure (one row per day)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Friday-only week ending validation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Weekend auto-fill logic (Non-Working, Weekend, N/A)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Project-Level Approval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1800" dirty="0">
              <a:solidFill>
                <a:srgbClr val="FFFFFF"/>
              </a:solidFill>
            </a:endParaRP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Distinct approval record created per project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Approvals routed via </a:t>
            </a:r>
            <a:r>
              <a:rPr sz="1800" dirty="0" err="1">
                <a:solidFill>
                  <a:srgbClr val="FFFFFF"/>
                </a:solidFill>
              </a:rPr>
              <a:t>ProjectApprovers</a:t>
            </a:r>
            <a:r>
              <a:rPr sz="1800" dirty="0">
                <a:solidFill>
                  <a:srgbClr val="FFFFFF"/>
                </a:solidFill>
              </a:rPr>
              <a:t> mapping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Each project independently Approved or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rgbClr val="FFFFFF"/>
                </a:solidFill>
              </a:rPr>
              <a:t>Node.js + Express + EJS (Server-rendered UI)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Azure App Service hosting</a:t>
            </a:r>
            <a:endParaRPr sz="1800" dirty="0">
              <a:solidFill>
                <a:srgbClr val="FFFFFF"/>
              </a:solidFill>
            </a:endParaRPr>
          </a:p>
          <a:p>
            <a:pPr lvl="1"/>
            <a:r>
              <a:rPr sz="1800" dirty="0">
                <a:solidFill>
                  <a:srgbClr val="FFFFFF"/>
                </a:solidFill>
              </a:rPr>
              <a:t>Azure SQL backend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Azure Entra ID (SSO via </a:t>
            </a:r>
            <a:r>
              <a:rPr sz="1800" dirty="0" err="1">
                <a:solidFill>
                  <a:srgbClr val="FFFFFF"/>
                </a:solidFill>
              </a:rPr>
              <a:t>EasyAuth</a:t>
            </a:r>
            <a:r>
              <a:rPr sz="18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Governance &amp;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z="1800" dirty="0">
                <a:solidFill>
                  <a:srgbClr val="FFFFFF"/>
                </a:solidFill>
              </a:rPr>
              <a:t>Mandatory rejection comments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Server-side validation enforcement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Role-based authorization checks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Complete audit trail (Submit, Approve, Reject)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Controlled status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Operational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rgbClr val="FFFFFF"/>
                </a:solidFill>
              </a:rPr>
              <a:t>Eliminates spreadsheet-based tracking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Accelerates approval cycle time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Improves transparency &amp; accountability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Supports compliance &amp; audit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sz="1800" dirty="0">
              <a:solidFill>
                <a:srgbClr val="FFFFFF"/>
              </a:solidFill>
            </a:endParaRP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Email notifications &amp; reminders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Admin role enhancement 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Analytics and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rgbClr val="FFFFFF"/>
                </a:solidFill>
              </a:rPr>
              <a:t>Discussion &amp; Feedback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Next Steps</a:t>
            </a:r>
          </a:p>
          <a:p>
            <a:pPr lvl="1"/>
            <a:r>
              <a:rPr sz="1800" dirty="0">
                <a:solidFill>
                  <a:srgbClr val="FFFFFF"/>
                </a:solidFill>
              </a:rPr>
              <a:t>Enhancement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 sz="1800">
                <a:solidFill>
                  <a:srgbClr val="FFFFFF"/>
                </a:solidFill>
              </a:rPr>
              <a:t>CONFIDENTIAL PROPERTY OF SLIDE INSURANCE HOLDINGS, INC. - FOR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E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386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Timesheet Management Application</vt:lpstr>
      <vt:lpstr>Agenda</vt:lpstr>
      <vt:lpstr>Business Objectives</vt:lpstr>
      <vt:lpstr>User Roles &amp; Capabilities</vt:lpstr>
      <vt:lpstr>Weekly Timesheet Structure</vt:lpstr>
      <vt:lpstr>Project-Level Approval Workflow</vt:lpstr>
      <vt:lpstr>Platform Architecture</vt:lpstr>
      <vt:lpstr>Governance &amp; Controls</vt:lpstr>
      <vt:lpstr>Operational Benefits</vt:lpstr>
      <vt:lpstr>Future Enhancements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Sitaram Pal</cp:lastModifiedBy>
  <cp:revision>13</cp:revision>
  <dcterms:created xsi:type="dcterms:W3CDTF">2013-01-27T09:14:16Z</dcterms:created>
  <dcterms:modified xsi:type="dcterms:W3CDTF">2026-02-26T02:22:01Z</dcterms:modified>
  <cp:category/>
</cp:coreProperties>
</file>